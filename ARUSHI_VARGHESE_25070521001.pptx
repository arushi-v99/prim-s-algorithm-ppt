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52a9d050e0b74df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52a9d050e0b74df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52a9d050e0b74df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52a9d050e0b74df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52a9d050e0b74df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52a9d050e0b74df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52a9d050e0b74df6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52a9d050e0b74df6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52a9d050e0b74df6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52a9d050e0b74df6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52a9d050e0b74df6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h52a9d050e0b74df6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52a9d050e0b74df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52a9d050e0b74df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52a9d050e0b74df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52a9d050e0b74df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52a9d050e0b74df6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52a9d050e0b74df6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7" y="0"/>
            <a:ext cx="913338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7" y="0"/>
            <a:ext cx="913338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7" y="0"/>
            <a:ext cx="913338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0011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 l="567"/>
          <a:stretch/>
        </p:blipFill>
        <p:spPr>
          <a:xfrm>
            <a:off x="-58275" y="8050"/>
            <a:ext cx="9092501" cy="51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/>
          <p:nvPr/>
        </p:nvSpPr>
        <p:spPr>
          <a:xfrm>
            <a:off x="3050325" y="3179375"/>
            <a:ext cx="137400" cy="199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3050325" y="3079425"/>
            <a:ext cx="611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51C75"/>
                </a:solidFill>
              </a:rPr>
              <a:t>A</a:t>
            </a:r>
            <a:endParaRPr sz="12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1" y="0"/>
            <a:ext cx="912437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9" y="0"/>
            <a:ext cx="911134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5289" y="0"/>
            <a:ext cx="9330864" cy="52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7" y="0"/>
            <a:ext cx="911936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On-screen Show (16:9)</PresentationFormat>
  <Paragraphs>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Arushi V</cp:lastModifiedBy>
  <cp:revision>1</cp:revision>
  <dcterms:modified xsi:type="dcterms:W3CDTF">2026-10-20T05:31:19Z</dcterms:modified>
</cp:coreProperties>
</file>